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8" r:id="rId8"/>
    <p:sldId id="263" r:id="rId9"/>
    <p:sldId id="267" r:id="rId10"/>
    <p:sldId id="264" r:id="rId11"/>
    <p:sldId id="265" r:id="rId12"/>
    <p:sldId id="266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60400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en-US" sz="4800" dirty="0"/>
              <a:t>SCHOOL MANAGEMENT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552700"/>
            <a:ext cx="6400800" cy="1752600"/>
          </a:xfrm>
        </p:spPr>
        <p:txBody>
          <a:bodyPr>
            <a:noAutofit/>
          </a:bodyPr>
          <a:lstStyle/>
          <a:p>
            <a:endParaRPr dirty="0"/>
          </a:p>
          <a:p>
            <a:r>
              <a:rPr b="1" dirty="0">
                <a:solidFill>
                  <a:schemeClr val="tx1"/>
                </a:solidFill>
              </a:rPr>
              <a:t>Presented by:</a:t>
            </a:r>
            <a:r>
              <a:rPr lang="en-IN" b="1" dirty="0">
                <a:solidFill>
                  <a:schemeClr val="tx1"/>
                </a:solidFill>
              </a:rPr>
              <a:t> </a:t>
            </a:r>
            <a:r>
              <a:rPr lang="en-IN" dirty="0">
                <a:solidFill>
                  <a:schemeClr val="tx1"/>
                </a:solidFill>
              </a:rPr>
              <a:t>C.GANESH KUMAR</a:t>
            </a:r>
            <a:endParaRPr dirty="0">
              <a:solidFill>
                <a:schemeClr val="tx1"/>
              </a:solidFill>
            </a:endParaRPr>
          </a:p>
          <a:p>
            <a:r>
              <a:rPr lang="en-IN" b="1" dirty="0">
                <a:solidFill>
                  <a:schemeClr val="tx1"/>
                </a:solidFill>
              </a:rPr>
              <a:t>Enrollment No: </a:t>
            </a:r>
            <a:r>
              <a:rPr lang="en-US" b="0" i="0" dirty="0">
                <a:solidFill>
                  <a:schemeClr val="tx1"/>
                </a:solidFill>
                <a:effectLst/>
                <a:latin typeface="Clear Sans"/>
              </a:rPr>
              <a:t>EB</a:t>
            </a:r>
            <a:r>
              <a:rPr lang="en-US" dirty="0">
                <a:solidFill>
                  <a:schemeClr val="tx1"/>
                </a:solidFill>
                <a:latin typeface="Clear Sans"/>
              </a:rPr>
              <a:t>EON03251076560</a:t>
            </a:r>
            <a:endParaRPr lang="en-US" b="1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Batch : </a:t>
            </a:r>
            <a:r>
              <a:rPr lang="en-US" dirty="0">
                <a:solidFill>
                  <a:schemeClr val="tx1"/>
                </a:solidFill>
              </a:rPr>
              <a:t>2024-14789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00200"/>
            <a:ext cx="7772400" cy="420099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sz="2800" dirty="0"/>
              <a:t>•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apply object-oriented programming concepts (like classes, inheritance, encapsulation) and use Java Collections (like ArrayList) for managing real-world data in a simple and organized manner.</a:t>
            </a:r>
          </a:p>
          <a:p>
            <a:pPr marL="0" indent="0" algn="just">
              <a:buNone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Simulate: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provide a structured system to manage student records, teacher details, and track school finances (income from student fees and expenses like teacher salaries) using core Java OOP principles.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839" y="1600201"/>
            <a:ext cx="7892321" cy="4395866"/>
          </a:xfrm>
        </p:spPr>
        <p:txBody>
          <a:bodyPr/>
          <a:lstStyle/>
          <a:p>
            <a:r>
              <a:rPr dirty="0"/>
              <a:t>[Main.java] -&gt; [S</a:t>
            </a:r>
            <a:r>
              <a:rPr lang="en-US" dirty="0"/>
              <a:t>chool</a:t>
            </a:r>
            <a:r>
              <a:rPr dirty="0"/>
              <a:t>.java] -&gt; [Student.java]</a:t>
            </a:r>
            <a:r>
              <a:rPr lang="en-US" dirty="0"/>
              <a:t> -&gt; [Teacher.java]</a:t>
            </a:r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MainApp</a:t>
            </a:r>
            <a:r>
              <a:rPr dirty="0"/>
              <a:t> handles user input and flow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S</a:t>
            </a:r>
            <a:r>
              <a:rPr lang="en-US" dirty="0" err="1"/>
              <a:t>choolApp</a:t>
            </a:r>
            <a:r>
              <a:rPr dirty="0"/>
              <a:t> </a:t>
            </a:r>
            <a:r>
              <a:rPr lang="en-US" dirty="0"/>
              <a:t>tracks total money earned/spent</a:t>
            </a:r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Student</a:t>
            </a:r>
            <a:r>
              <a:rPr lang="en-US" dirty="0" err="1"/>
              <a:t>App</a:t>
            </a:r>
            <a:r>
              <a:rPr lang="en-US" dirty="0"/>
              <a:t> holds ID, name, grade, fees paid, and handles paying fees to the school.</a:t>
            </a:r>
          </a:p>
          <a:p>
            <a:r>
              <a:rPr lang="en-US" dirty="0" err="1"/>
              <a:t>TeacherApp</a:t>
            </a:r>
            <a:r>
              <a:rPr lang="en-US" dirty="0"/>
              <a:t> holds ID, name, salary, and handles receiving salary from the school.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Class - Student.java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8324" y="1600201"/>
            <a:ext cx="7847351" cy="4215984"/>
          </a:xfrm>
        </p:spPr>
        <p:txBody>
          <a:bodyPr>
            <a:normAutofit/>
          </a:bodyPr>
          <a:lstStyle/>
          <a:p>
            <a:r>
              <a:rPr sz="1800" dirty="0"/>
              <a:t>Attributes: name, </a:t>
            </a:r>
            <a:r>
              <a:rPr sz="1800" dirty="0" err="1"/>
              <a:t>studentId</a:t>
            </a:r>
            <a:r>
              <a:rPr sz="1800" dirty="0"/>
              <a:t>, courses, balance</a:t>
            </a:r>
          </a:p>
          <a:p>
            <a:r>
              <a:rPr sz="1800" dirty="0"/>
              <a:t>Methods: enroll(), </a:t>
            </a:r>
            <a:r>
              <a:rPr sz="1800" dirty="0" err="1"/>
              <a:t>payFees</a:t>
            </a:r>
            <a:r>
              <a:rPr sz="1800" dirty="0"/>
              <a:t>(), </a:t>
            </a:r>
            <a:r>
              <a:rPr sz="1800" dirty="0" err="1"/>
              <a:t>showStatus</a:t>
            </a:r>
            <a:r>
              <a:rPr sz="1800" dirty="0"/>
              <a:t>()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1986FB-351D-72F6-BAF0-40F412F850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24" y="2251586"/>
            <a:ext cx="5064218" cy="460641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Class - S</a:t>
            </a:r>
            <a:r>
              <a:rPr lang="en-US" dirty="0"/>
              <a:t>chool</a:t>
            </a:r>
            <a:r>
              <a:rPr dirty="0"/>
              <a:t>.java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3255" y="1600200"/>
            <a:ext cx="7637489" cy="4171013"/>
          </a:xfrm>
        </p:spPr>
        <p:txBody>
          <a:bodyPr>
            <a:normAutofit/>
          </a:bodyPr>
          <a:lstStyle/>
          <a:p>
            <a:r>
              <a:rPr sz="1800" dirty="0"/>
              <a:t>Manages </a:t>
            </a:r>
            <a:r>
              <a:rPr lang="en-US" sz="1800" dirty="0"/>
              <a:t>teachers and </a:t>
            </a:r>
            <a:r>
              <a:rPr sz="1800" dirty="0"/>
              <a:t>student</a:t>
            </a:r>
            <a:r>
              <a:rPr lang="en-US" sz="1800" dirty="0"/>
              <a:t>s</a:t>
            </a:r>
            <a:r>
              <a:rPr sz="1800" dirty="0"/>
              <a:t> list and IDs</a:t>
            </a:r>
          </a:p>
          <a:p>
            <a:r>
              <a:rPr sz="1800" dirty="0"/>
              <a:t>Finds and adds</a:t>
            </a:r>
            <a:r>
              <a:rPr lang="en-US" sz="1800" dirty="0"/>
              <a:t> total Money Earned and Spend</a:t>
            </a:r>
          </a:p>
          <a:p>
            <a:pPr marL="0" indent="0">
              <a:buNone/>
            </a:pPr>
            <a:endParaRPr sz="1800" dirty="0"/>
          </a:p>
          <a:p>
            <a:pPr marL="0" indent="0">
              <a:buNone/>
            </a:pPr>
            <a:endParaRPr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92D8F5-A0BA-AF60-6EC6-B03E51C3E0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255" y="2241754"/>
            <a:ext cx="6512784" cy="461624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MainApp.java – User Interaction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8265" y="1456181"/>
            <a:ext cx="7667469" cy="4171013"/>
          </a:xfrm>
        </p:spPr>
        <p:txBody>
          <a:bodyPr>
            <a:normAutofit/>
          </a:bodyPr>
          <a:lstStyle/>
          <a:p>
            <a:r>
              <a:rPr sz="1800" dirty="0"/>
              <a:t>Menu with options using switch-case</a:t>
            </a:r>
          </a:p>
          <a:p>
            <a:r>
              <a:rPr sz="1800" dirty="0"/>
              <a:t>Handles user input and delegates actions</a:t>
            </a:r>
            <a:endParaRPr lang="en-US" sz="1800" dirty="0"/>
          </a:p>
          <a:p>
            <a:pPr marL="0" indent="0">
              <a:buNone/>
            </a:pPr>
            <a:endParaRPr lang="en-US" sz="16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DDA8EC6-CCAB-4622-F8E0-FED602AB8A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652" y="2168280"/>
            <a:ext cx="7399438" cy="46897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9C028-DB2D-8958-2F1C-93F3DE92D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– Teacher.java </a:t>
            </a:r>
            <a:endParaRPr lang="en-IN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35B0079-273D-474A-5229-7155CD451A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teacher information such as ID, name, and salary using encapsulation principles.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salary transactions, allowing the teacher to receive a salary and updating the school’s total expenditure accordingly.</a:t>
            </a:r>
          </a:p>
          <a:p>
            <a:pPr marL="0" indent="0"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DF27670-69E6-3A81-A5EA-D5F692FFAE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187" y="2772695"/>
            <a:ext cx="5210902" cy="4085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433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Output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63575B7-E803-DC14-CAE2-240CC38BC2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3937" y="1297857"/>
            <a:ext cx="4157941" cy="231058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36A1414-E7AF-18D1-E069-742CFCD19E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3937" y="3893573"/>
            <a:ext cx="4157941" cy="252689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934500-5D7A-3094-7793-FFE857749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9A691-F989-CEB2-4447-866680302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</a:t>
            </a:r>
            <a:endParaRPr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3286B7C-3490-E6F3-11F2-EAEC8A245A1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7700" y="1676922"/>
            <a:ext cx="7671841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Student Fee Management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Teacher Salary Payment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School Fund Tracking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Object-Oriented Structure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Report Generation</a:t>
            </a:r>
          </a:p>
        </p:txBody>
      </p:sp>
    </p:spTree>
    <p:extLst>
      <p:ext uri="{BB962C8B-B14F-4D97-AF65-F5344CB8AC3E}">
        <p14:creationId xmlns:p14="http://schemas.microsoft.com/office/powerpoint/2010/main" val="8898095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OOP Concepts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5819" y="1443871"/>
            <a:ext cx="7832361" cy="4320915"/>
          </a:xfrm>
        </p:spPr>
        <p:txBody>
          <a:bodyPr>
            <a:normAutofit/>
          </a:bodyPr>
          <a:lstStyle/>
          <a:p>
            <a:r>
              <a:rPr sz="2800" dirty="0"/>
              <a:t>Encapsulation: private </a:t>
            </a:r>
            <a:r>
              <a:rPr lang="en-US" sz="2800" dirty="0"/>
              <a:t>fields</a:t>
            </a:r>
            <a:r>
              <a:rPr sz="2800" dirty="0"/>
              <a:t>, public </a:t>
            </a:r>
            <a:r>
              <a:rPr lang="en-US" sz="2800" dirty="0"/>
              <a:t>getters/setters to protect data.</a:t>
            </a:r>
            <a:endParaRPr sz="2800" dirty="0"/>
          </a:p>
          <a:p>
            <a:r>
              <a:rPr sz="2800" dirty="0"/>
              <a:t>Objects: S</a:t>
            </a:r>
            <a:r>
              <a:rPr lang="en-US" sz="2800" dirty="0"/>
              <a:t>chool</a:t>
            </a:r>
            <a:r>
              <a:rPr sz="2800" dirty="0"/>
              <a:t> instances</a:t>
            </a:r>
          </a:p>
          <a:p>
            <a:r>
              <a:rPr sz="2800" dirty="0"/>
              <a:t>Reusability: logic separation</a:t>
            </a:r>
          </a:p>
          <a:p>
            <a:r>
              <a:rPr sz="2800" dirty="0"/>
              <a:t>ArrayList: dynamic data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Conclusion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8305" y="1600200"/>
            <a:ext cx="7787390" cy="435089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2800" dirty="0"/>
              <a:t>• Built a working console-based s</a:t>
            </a:r>
            <a:r>
              <a:rPr lang="en-US" sz="2800" dirty="0"/>
              <a:t>chool Management</a:t>
            </a:r>
            <a:r>
              <a:rPr sz="2800" dirty="0"/>
              <a:t> system</a:t>
            </a:r>
          </a:p>
          <a:p>
            <a:pPr marL="0" indent="0">
              <a:buNone/>
            </a:pPr>
            <a:r>
              <a:rPr sz="2800" dirty="0"/>
              <a:t>• Applied Java fundamentals effectively</a:t>
            </a:r>
          </a:p>
          <a:p>
            <a:endParaRPr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C4EE3-8F4F-B444-8124-76B38F8AE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Future Enhancements: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7CD466-28DA-5432-A34D-29F5B58F20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324" y="1600201"/>
            <a:ext cx="7847351" cy="42459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• Add database, GUI</a:t>
            </a:r>
          </a:p>
          <a:p>
            <a:pPr marL="0" indent="0">
              <a:buNone/>
            </a:pPr>
            <a:r>
              <a:rPr lang="en-US" sz="2800" dirty="0"/>
              <a:t>• Admin/instructor roles</a:t>
            </a:r>
          </a:p>
          <a:p>
            <a:pPr marL="0" indent="0">
              <a:buNone/>
            </a:pPr>
            <a:r>
              <a:rPr lang="en-US" sz="2800" dirty="0"/>
              <a:t>• Course scheduling, notifications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0255011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345</Words>
  <Application>Microsoft Office PowerPoint</Application>
  <PresentationFormat>On-screen Show (4:3)</PresentationFormat>
  <Paragraphs>45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Clear Sans</vt:lpstr>
      <vt:lpstr>Times New Roman</vt:lpstr>
      <vt:lpstr>Office Theme</vt:lpstr>
      <vt:lpstr>SCHOOL MANAGEMENT SYSTEM</vt:lpstr>
      <vt:lpstr>Objective</vt:lpstr>
      <vt:lpstr>System Architecture</vt:lpstr>
      <vt:lpstr>Class - Student.java</vt:lpstr>
      <vt:lpstr>Class - School.java</vt:lpstr>
      <vt:lpstr>MainApp.java – User Interaction</vt:lpstr>
      <vt:lpstr>Class – Teacher.java </vt:lpstr>
      <vt:lpstr>Output </vt:lpstr>
      <vt:lpstr>Features</vt:lpstr>
      <vt:lpstr>OOP Concepts Used</vt:lpstr>
      <vt:lpstr>Conclusion </vt:lpstr>
      <vt:lpstr>Future Enhancements: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Management System in Java</dc:title>
  <dc:subject/>
  <dc:creator>Hema Desingu</dc:creator>
  <cp:keywords/>
  <dc:description>generated using python-pptx</dc:description>
  <cp:lastModifiedBy>917010463394</cp:lastModifiedBy>
  <cp:revision>5</cp:revision>
  <dcterms:created xsi:type="dcterms:W3CDTF">2013-01-27T09:14:16Z</dcterms:created>
  <dcterms:modified xsi:type="dcterms:W3CDTF">2025-04-30T11:44:50Z</dcterms:modified>
  <cp:category/>
</cp:coreProperties>
</file>